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19DC-2D23-5B43-A593-583C47B22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7AAD9-279E-B649-9ED3-74D689BF1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6E0E-D204-154A-A433-4B40F4E6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A790-C8CF-3443-851B-C540639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F0B9D-F2C2-DA41-9900-F2F2BA5A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E67C-A837-FD42-B730-3ED32D67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2A4C2-4F98-BB40-AC76-41A284F9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8A26D-AB06-8B4F-9AF5-777901AAB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5B4B3-B72F-6C45-AE44-DDA9866C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5198-2D09-E44A-9321-BE098DEA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8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83FE-0EDC-D34F-B30A-8A2AE7AA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358E6-FFD1-2C4D-9EF3-AD97533EB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A9F43-CA92-DA41-AD52-5F430897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01EBD-0982-D941-8F3E-41FA5955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2EA97-B67A-AD40-97DF-8B57BF6F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7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ABA4-2FF3-CA4D-BF83-53B4EE9E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CA01D-D33E-F647-B5B1-8A28D2E46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05BAD-944A-F94A-9EA9-C83DE6B74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6EBD7-0BE6-CD40-BDAA-3E4427C8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3BFC2-669C-D047-B0DB-094713F7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EEA0B-B6A2-0E41-B57F-99A21B1D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6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302A-3BAC-AA4E-B4DB-E7425880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49FBB-D670-654F-BF42-AD82EBB45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9DBF5-8B3D-A048-85DD-89D5169C5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132C0-9603-BF4E-8EC4-F5E1FFFBF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F60B7-E1A1-7244-AB51-688C48E3F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47F67-C86E-A546-B0AA-3D104C94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821E8-D0E0-D541-B747-7DC569D1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846420-830F-ED4F-89A7-2D5E041C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4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1250-461E-6F43-90C0-AA1D25AF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E75C5-1DFB-8148-9941-C0E6591A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7FA9-1659-3241-B2FE-408F5C02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A2ED2-897E-6F4A-999C-E274286A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5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E0BA1-EAB4-6147-AA9C-0BC555A6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E83FD-45E7-B041-A893-3D67A1C1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5BA0-07A8-874E-9EE2-DAE67EBC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0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0F91-7702-1B4C-9C7B-5DBD473B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CEFD-7A40-594B-A694-14C56675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81925-CBC4-2742-BEEE-766373D07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0B5CC-F01E-164B-9D9A-BB70700A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95535-8C3F-FD4D-9F6C-4A761073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F5958-B279-1441-95D2-14A5CF8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1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C3AF-BAFB-0B4C-B55C-959596541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A78BA-04F3-4047-A1EC-B2A68B28D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24D01-2151-484C-8D04-D4E50017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2C4FF-FB64-6D4D-AE93-75572DEA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F8A6-0F7A-2543-88F9-7783E52D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3C9C1-572F-7C40-A5C5-29CABA18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3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7C24-73D2-5842-B3D8-BFB9DDA1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6740E-8640-594F-A339-D202B54E1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14B13-524C-664A-8073-AAD8B30C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6A9C1-A740-1A4C-B870-C5D444D57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27072-B2C5-254E-8F54-1B867EA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2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E420F-2D74-5248-B85C-045CAFC08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2A2F4-D3FF-4A42-9434-EE46ECC92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F5E65-3350-9244-8755-25BEAEB5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F95E4-48DF-4840-8F59-CA3E88EC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45F82-2EF7-CB40-93AE-129F86A2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0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C2CA5-5D4B-7941-A14E-CD82638B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3CDED-1AAE-6D46-9BAC-182580743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E7F6E-7046-8A40-8A65-63B6D9995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CFA97-51AE-0E42-9C81-21AE11C9CE06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0164E-350B-B842-AFC6-467EE5600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EEAC-D57D-354A-8AE8-7570D7C7B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F26A4-050A-CE48-B674-79BC4537B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8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582373-E000-4747-99FD-8763D3A5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0" y="1223881"/>
            <a:ext cx="4824998" cy="113387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17B4B8-5E01-4B44-BC25-876D56C1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0626958-D74C-454F-AF7A-8A6F23726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89" y="863265"/>
            <a:ext cx="4824995" cy="180937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83D1A4-93E5-4A4D-B103-8223A220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8ABF4-C289-489E-BEFB-3077F9D9C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89CFA0-35DD-4943-B365-488C66B9B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3609790" y="3197412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8AD040-1A2B-4FB4-A345-7B9F3E5E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994133"/>
            <a:ext cx="3602736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3B704A-724B-41D6-8F33-76939E72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picture containing logo&#10;&#10;Description automatically generated">
            <a:extLst>
              <a:ext uri="{FF2B5EF4-FFF2-40B4-BE49-F238E27FC236}">
                <a16:creationId xmlns:a16="http://schemas.microsoft.com/office/drawing/2014/main" id="{D27B8741-07F7-6F49-91CC-FA8B0FEB5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30" y="4427077"/>
            <a:ext cx="1947475" cy="1947475"/>
          </a:xfrm>
          <a:prstGeom prst="rect">
            <a:avLst/>
          </a:prstGeom>
        </p:spPr>
      </p:pic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F2903097-008E-F342-94B2-F9D91C58B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1822" y="4095771"/>
            <a:ext cx="4173070" cy="2047412"/>
          </a:xfrm>
          <a:prstGeom prst="rect">
            <a:avLst/>
          </a:prstGeom>
        </p:spPr>
      </p:pic>
      <p:pic>
        <p:nvPicPr>
          <p:cNvPr id="9" name="Picture 8" descr="A picture containing text, room, gambling house&#10;&#10;Description automatically generated">
            <a:extLst>
              <a:ext uri="{FF2B5EF4-FFF2-40B4-BE49-F238E27FC236}">
                <a16:creationId xmlns:a16="http://schemas.microsoft.com/office/drawing/2014/main" id="{25D3ABB9-7CBC-0444-A131-30F26679296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50" r="15031"/>
          <a:stretch/>
        </p:blipFill>
        <p:spPr>
          <a:xfrm>
            <a:off x="9034850" y="4364943"/>
            <a:ext cx="2656700" cy="21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Ketan Rajpal</dc:creator>
  <cp:lastModifiedBy>Ketan Rajpal</cp:lastModifiedBy>
  <cp:revision>1</cp:revision>
  <dcterms:created xsi:type="dcterms:W3CDTF">2020-12-15T10:28:49Z</dcterms:created>
  <dcterms:modified xsi:type="dcterms:W3CDTF">2020-12-15T10:31:24Z</dcterms:modified>
</cp:coreProperties>
</file>